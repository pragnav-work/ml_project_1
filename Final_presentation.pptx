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A2E1F"/>
              </a:solidFill>
              <a:effectLst/>
            </c:spPr>
          </c:dPt>
          <c:dPt>
            <c:idx val="1"/>
            <c:bubble3D val="0"/>
            <c:spPr>
              <a:solidFill>
                <a:srgbClr val="C9B79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Frequent High-Value (41%)</c:v>
                </c:pt>
                <c:pt idx="1">
                  <c:v>Occasional Moderate-Value (59%)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612</c:v>
                </c:pt>
                <c:pt idx="1">
                  <c:v>888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5A34"/>
              </a:solidFill>
              <a:effectLst/>
            </c:spPr>
          </c:dPt>
          <c:dPt>
            <c:idx val="1"/>
            <c:bubble3D val="0"/>
            <c:spPr>
              <a:solidFill>
                <a:srgbClr val="C9B79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High-Value (15% of restaurants)</c:v>
                </c:pt>
                <c:pt idx="1">
                  <c:v>Standard-Value (85% of restaurants)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40.2</c:v>
                </c:pt>
                <c:pt idx="1">
                  <c:v>59.8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2E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A2E1F"/>
                </a:solidFill>
                <a:latin typeface="Arial"/>
              </a:rPr>
              <a:t>Model F1 Score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5A2E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Naive Bayes</c:v>
                  </c:pt>
                  <c:pt idx="1">
                    <c:v>SVM</c:v>
                  </c:pt>
                  <c:pt idx="2">
                    <c:v>VADER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99.93</c:v>
                </c:pt>
                <c:pt idx="1">
                  <c:v>99.86</c:v>
                </c:pt>
                <c:pt idx="2">
                  <c:v>83.58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A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2E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A2E1F"/>
                </a:solidFill>
                <a:latin typeface="Arial"/>
              </a:rPr>
              <a:t>Model Comparison — MAE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MAE (minutes)</c:v>
                </c:pt>
              </c:strCache>
            </c:strRef>
          </c:tx>
          <c:spPr>
            <a:solidFill>
              <a:srgbClr val="5A2E1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Lasso</c:v>
                  </c:pt>
                  <c:pt idx="2">
                    <c:v>Ridge</c:v>
                  </c:pt>
                  <c:pt idx="3">
                    <c:v>Linear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5.07</c:v>
                </c:pt>
                <c:pt idx="1">
                  <c:v>5.21</c:v>
                </c:pt>
                <c:pt idx="2">
                  <c:v>5.23</c:v>
                </c:pt>
                <c:pt idx="3">
                  <c:v>5.23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A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2E1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A2E1F"/>
                </a:solidFill>
                <a:latin typeface="Arial"/>
              </a:rPr>
              <a:t>ARIMA vs Prophet (test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8A5A3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ARIMA</c:v>
                  </c:pt>
                  <c:pt idx="1">
                    <c:v>Prophet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2.02</c:v>
                </c:pt>
                <c:pt idx="1">
                  <c:v>1.04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5A2E1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ARIMA</c:v>
                  </c:pt>
                  <c:pt idx="1">
                    <c:v>Prophet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2.47</c:v>
                </c:pt>
                <c:pt idx="1">
                  <c:v>1.48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DA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Intelligence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MACHINE LEARNING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440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Pragna T V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Data Analyst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Nineleaps Technology Pvt Ltd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20840" y="1947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7249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20840" y="27249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5021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Sentiment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35021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Time Prediction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4279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50566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26480" y="5029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0840" y="50566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Eats generates data across customers, restaurants, orders, deliveries, drivers, payments, and reviews.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turn that raw data into decisions the business can actually act on.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core questions drove the project: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customers and restaurants are most valuable?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negative customer experiences?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delivery time be predicted, and what drives delays?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hourly order demand be forecasted for capacity planning?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— generated with Python and Faker, not real user data.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via a fixed random seed; avoids any privacy concerns.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related tables, connected through standard foreign keys.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4937760" cy="329184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E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2E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~9,200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B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all seven raw datasets and checked schemas, types, and duplicates.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relationships: every order references a real customer and restaurant, no orphaned foreign keys.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value ranges (e.g. ratings between 1-5, no negative delivery times).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cleaned datasets to data/processed/ before any modeling began.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and restaurants segmented separately using K-Means clustering.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scaled (StandardScaler) before clustering — required for distance-based algorithms.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clusters chosen using the elbow method and silhouette score.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tested on both as a comparison — did not reveal additional structure beyond K-Means.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used to visualize clusters in two dimensions for interpretation.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—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Segments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4884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Segments (by revenue share)</a:t>
            </a:r>
            <a:endParaRPr lang="en-US" sz="16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214884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Restaurants: 15% of restaurants generate 40% of total revenue. Restaurant segment is driven by order value, not service quality — rating and sentiment are nearly identical across both groups.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&amp; Sentiment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text cleaning -&gt; tokenization -&gt; stopword removal -&gt; lemmatization -&gt; TF-IDF vectorization.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classified into Positive, Neutral, or Negative sentiment.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Bayes and SVM trained on TF-IDF features, benchmarked against VADER (a rule-based sentiment tool).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class imbalance: 86 negative vs 6,019 positive reviews — disclosed as a limitation, not hidden.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— Results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model: Naive Bayes (F1 = 99.93%)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26517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reviews center on two themes: delivery delays and food arriving cold / not fresh.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themes trace back to delivery time — connecting sentiment directly to the delivery prediction findings.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Time Prediction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actual_delivery_time_min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delivery distance, preparation time, traffic condition, order details, restaurant rating, time of day.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compared: Linear Regression, Random Forest, Ridge, Lasso.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using MAE, RMSE, and R^2, confirmed with 5-fold cross-validation.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Prediction — Results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21488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model: Random Forest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 5.07 | RMSE 6.87 | R² 0.884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29718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importance: delivery distance (78%) and preparation time (13%) explain over 90% of delivery time.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adds a small effect (~8%). Order amount, rating, and time of day barely matter (&lt;2% combined).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Forecasting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aggregated into an hourly time series (Jan-Jun 2025), including zero-order hours.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Decomposed into trend, daily seasonality, and residual noise.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Stationarity confirmed with the ADF test (p &lt; 0.05) — no differencing required.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train/test split (last 2 weeks held out) — never randomly shuffled.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models compared: ARIMA and Prophet.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— Results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Prophet outperforms ARIMA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265176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captured the daily double-peak demand pattern (midday + evening).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ARIMA missed the seasonal cycle entirely, converging to a flat average.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shows almost no day-of-week variation — driven by time of day, not day of week.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retention for Frequent High-Value Customers (41% of base, &gt;2x total spend of the other segment).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High-Value Restaurants closely — 15% of restaurants drive 40% of revenue.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negative experiences by targeting delivery delays directly — the leading cause identified in reviews.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ETA accuracy using delivery distance and prep time, the two strongest predictors of delivery time.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additional delivery capacity around the two daily peaks (midday and evening), not by day of week.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separation is moderate, not sharp (silhouette scores 0.25-0.42) — segments are directional, not hard boundaries.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Negative-review sentiment is based on very few examples (86 reviews) — treat conclusions with caution.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location/zone data — demand spikes could only be analyzed by time, not geography.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amount prediction was scoped out of this phase.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 Eats Operational &amp; Customer Intelligence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475720" y="274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additional features (cuisine type, customer tenure) to sharpen segmentation.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more negative-labeled reviews to improve sentiment model reliability.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tip amount prediction and location/zone-level delivery and demand analysis.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additional seasonality in forecasting (monthly, holidays).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7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the pipeline so business insights can be refreshed on a schedule.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40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Pragna T V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Data Analyst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1B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Nineleaps Technology Pvt Ltd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2026-08-19T11:17:12Z</dcterms:created>
  <dcterms:modified xsi:type="dcterms:W3CDTF">2026-08-19T11:17:12Z</dcterms:modified>
</cp:coreProperties>
</file>